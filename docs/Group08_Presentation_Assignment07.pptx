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อธิบายปัญหาและที่มาของโครงงาน (ผู้พูด: ____)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ผู้พูด: ____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ผู้พูด: ____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ผู้พูด: ____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ผู้พูด: ____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สาธิตจาก URL ที่ deploy แล้ว (ผู้พูด: ____)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Tahoma"/>
              </a:rPr>
              <a:t>ConcertPass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CFD2DF"/>
                </a:solidFill>
                <a:latin typeface="Tahoma"/>
              </a:rPr>
              <a:t>ระบบจองตั๋วคอนเสิร์ตผ่านแอปพลิเคชันบนโทรศัพท์มือถือ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AAB0C4"/>
                </a:solidFill>
                <a:latin typeface="Tahoma"/>
              </a:rPr>
              <a:t>กลุ่มที่ 8 · ทีฆทัศน์ อนุเดช · ปรเมษฐ์ ม่วงจ้อย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AAB0C4"/>
                </a:solidFill>
                <a:latin typeface="Tahoma"/>
              </a:rPr>
              <a:t>งานที่ 7: การพัฒนา ทดสอบ และนำเสนอเว็บแอปพลิเคชัน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151827"/>
                </a:solidFill>
                <a:latin typeface="Tahoma"/>
              </a:rPr>
              <a:t>1. ปัญหาและแนวคิดของโครงงาน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ซื้อตั๋วคอนเสิร์ตช้า ซับซ้อน ข้อมูลที่นั่งไม่เรียลไทม์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ค้นหาคอนเสิร์ตที่ตรงใจได้ยาก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บัตรกระดาษพกพาและตรวจสอบไม่สะดวก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แนวคิด: ค้นหา → เลือกที่นั่ง → จอง → E-Ticket ในเว็บแอปเดียวบนมือถือ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151827"/>
                </a:solidFill>
                <a:latin typeface="Tahoma"/>
              </a:rPr>
              <a:t>2. กลุ่มผู้ใช้งานเป้าหมาย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ผู้เข้าชมคอนเสิร์ตและแฟนเพลง (ผู้ใช้หลัก)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ใช้งานบนมือถือเป็นหลัก ต้องการความเร็วและความชัดเจนของสถานะที่นั่ง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ผู้จัดงานเป็นผู้เกี่ยวข้อง แต่อยู่นอกขอบเขตการพัฒนา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151827"/>
                </a:solidFill>
                <a:latin typeface="Tahoma"/>
              </a:rPr>
              <a:t>3. ฟังก์ชันหลักของระบบ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ดู ค้นหา กรองคอนเสิร์ต 19 รายการ 5 หมวดหมู่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ดูรายละเอียด · บันทึกรายการโปรด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เลือกที่นั่งตามโซน (สูงสุด 6 ที่) · จองแบบกันจองซ้ำ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E-Ticket + QR · ประวัติการจอง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สมัครสมาชิก / เข้าสู่ระบบด้วย Firebase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151827"/>
                </a:solidFill>
                <a:latin typeface="Tahoma"/>
              </a:rPr>
              <a:t>4. โครงสร้างข้อมูลและการเชื่อมต่อ Firebase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Realtime Database: categories · concerts · seats · bookings · favorites · users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ที่นั่ง 950 รายการ (50 ต่อคอนเสิร์ต: VIP / Standard / Economy)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Rules: ข้อมูลคอนเสิร์ตอ่านอย่างเดียว · ผู้ใช้เห็นเฉพาะการจอง/รายการโปรดของตน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จองด้วย multi-path update ชุดเดียว — ที่นั่งซ้ำ Rules ปฏิเสธทั้งชุด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151827"/>
                </a:solidFill>
                <a:latin typeface="Tahoma"/>
              </a:rPr>
              <a:t>5. การออกแบบหน้าจอและ React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8 หน้า + 404, Routing ตาม Sitemap, Protected route สำหรับหน้าจอง/ตั๋ว/โปรด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Layout → Navbar · Outlet · Footer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Component: ConcertCard · SeatGrid/SeatItem · TicketCard · Status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useAsync + Status จัดการสถานะ กำลังโหลด / ผิดพลาด / ไม่พบข้อมูล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Responsive: breakpoint 800px และ 1024px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151827"/>
                </a:solidFill>
                <a:latin typeface="Tahoma"/>
              </a:rPr>
              <a:t>6. สาธิต Core Features จากระบบจริง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ค้นหา/กรอง → เปิดรายละเอียด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สมัครสมาชิก / เข้าสู่ระบบ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เลือกที่นั่ง → ยืนยันจอง → E-Ticket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รายการโปรด และประวัติการจอง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51827"/>
                </a:solidFill>
                <a:latin typeface="Tahoma"/>
              </a:rPr>
              <a:t>•  URL: ____________________   GitHub: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